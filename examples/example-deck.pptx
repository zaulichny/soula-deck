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1"/>
    <p:sldId id="257" r:id="rId22"/>
    <p:sldId id="258" r:id="rId23"/>
    <p:sldId id="259" r:id="rId24"/>
    <p:sldId id="260" r:id="rId25"/>
    <p:sldId id="261" r:id="rId26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9250" y="1809750"/>
            <a:ext cx="6667500" cy="666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57226" y="2663837"/>
            <a:ext cx="1157668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ВНУТРЕННИЙ СИНК · ИЮНЬ 2026</a:t>
            </a:r>
            <a:endParaRPr lang="en-US" sz="1575" dirty="0"/>
          </a:p>
        </p:txBody>
      </p:sp>
      <p:sp>
        <p:nvSpPr>
          <p:cNvPr id="4" name="Text 1"/>
          <p:cNvSpPr/>
          <p:nvPr/>
        </p:nvSpPr>
        <p:spPr>
          <a:xfrm>
            <a:off x="1257226" y="3269847"/>
            <a:ext cx="11576685" cy="1942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350" spc="-184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Чек-ин, который </a:t>
            </a:r>
            <a:r>
              <a:rPr lang="en-US" sz="7350" b="1" spc="-184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чувствует</a:t>
            </a:r>
            <a:r>
              <a:rPr lang="en-US" sz="7350" spc="-184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тебя</a:t>
            </a:r>
            <a:endParaRPr lang="en-US" sz="7350" dirty="0"/>
          </a:p>
        </p:txBody>
      </p:sp>
      <p:sp>
        <p:nvSpPr>
          <p:cNvPr id="5" name="Text 2"/>
          <p:cNvSpPr/>
          <p:nvPr/>
        </p:nvSpPr>
        <p:spPr>
          <a:xfrm>
            <a:off x="1257226" y="5554917"/>
            <a:ext cx="8633460" cy="1009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Короткая рамка о том, про что эта презентация — одно спокойное предложение.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257226" y="7136123"/>
            <a:ext cx="1092882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57226" y="7373038"/>
            <a:ext cx="1092882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959633" y="7136123"/>
            <a:ext cx="1462999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959633" y="7373038"/>
            <a:ext cx="1462999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Soula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032158" y="7136123"/>
            <a:ext cx="1298637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32158" y="7373038"/>
            <a:ext cx="1298637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июня 2026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3" name="Text 10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16840088" y="9619134"/>
            <a:ext cx="266886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1044" y="990544"/>
            <a:ext cx="16325222" cy="2019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500" b="1" spc="-780" kern="0" dirty="0">
                <a:solidFill>
                  <a:srgbClr val="FFFFFF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4" name="Text 1"/>
          <p:cNvSpPr/>
          <p:nvPr/>
        </p:nvSpPr>
        <p:spPr>
          <a:xfrm>
            <a:off x="1257226" y="7298996"/>
            <a:ext cx="1624675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</a:t>
            </a:r>
            <a:endParaRPr lang="en-US" sz="1575" dirty="0"/>
          </a:p>
        </p:txBody>
      </p:sp>
      <p:sp>
        <p:nvSpPr>
          <p:cNvPr id="5" name="Text 2"/>
          <p:cNvSpPr/>
          <p:nvPr/>
        </p:nvSpPr>
        <p:spPr>
          <a:xfrm>
            <a:off x="1257226" y="7790687"/>
            <a:ext cx="12557760" cy="85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150" spc="-123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мы сейчас, </a:t>
            </a:r>
            <a:r>
              <a:rPr lang="en-US" sz="6150" b="1" spc="-123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честно</a:t>
            </a:r>
            <a:r>
              <a:rPr lang="en-US" sz="6150" spc="-123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150" dirty="0"/>
          </a:p>
        </p:txBody>
      </p:sp>
      <p:sp>
        <p:nvSpPr>
          <p:cNvPr id="6" name="Text 3"/>
          <p:cNvSpPr/>
          <p:nvPr/>
        </p:nvSpPr>
        <p:spPr>
          <a:xfrm>
            <a:off x="1257226" y="8896480"/>
            <a:ext cx="7456170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Короткое вступление к главе.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8" name="Text 5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16811532" y="9619134"/>
            <a:ext cx="295442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226" y="990544"/>
            <a:ext cx="1624675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КОЛОНКИ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57226" y="1520372"/>
            <a:ext cx="12361545" cy="63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пункта </a:t>
            </a:r>
            <a:r>
              <a:rPr lang="en-US" sz="4350" b="1" spc="-8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рядом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257226" y="2726531"/>
            <a:ext cx="7495547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226" y="3186038"/>
            <a:ext cx="7495547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38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57226" y="3750376"/>
            <a:ext cx="7495547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Чек-ин слишком большой, чтобы интегрировать целиком.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0" y="2726531"/>
            <a:ext cx="9525" cy="6569925"/>
          </a:xfrm>
          <a:prstGeom prst="rect">
            <a:avLst/>
          </a:prstGeom>
          <a:solidFill>
            <a:srgbClr val="0F0F0F">
              <a:alpha val="7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759497" y="2726531"/>
            <a:ext cx="7489415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759497" y="3186038"/>
            <a:ext cx="7489415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38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759497" y="3750376"/>
            <a:ext cx="7489415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Делим на Essential и Additional, начинаем с малого.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2" name="Text 10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6805300" y="9619134"/>
            <a:ext cx="301675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226" y="990544"/>
            <a:ext cx="1624675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ЦИФРАХ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57226" y="1520372"/>
            <a:ext cx="10791825" cy="63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Пусть числа </a:t>
            </a:r>
            <a:r>
              <a:rPr lang="en-US" sz="4350" b="1" spc="-8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говорят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257226" y="2402737"/>
            <a:ext cx="8044815" cy="1009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рамка сверху, три числа покрупнее.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57226" y="4136399"/>
            <a:ext cx="4866189" cy="1352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250" b="1" spc="-450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lnSpc>
                <a:spcPct val="92000"/>
              </a:lnSpc>
              <a:buNone/>
            </a:pPr>
            <a:r>
              <a:rPr lang="en-US" sz="11250" b="1" spc="-45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экранов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257226" y="5698443"/>
            <a:ext cx="3531870" cy="67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Essential-потоке чек-ина.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8407" y="4136399"/>
            <a:ext cx="4316826" cy="1352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250" b="1" spc="-450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pPr algn="l" indent="0" marL="0">
              <a:lnSpc>
                <a:spcPct val="92000"/>
              </a:lnSpc>
              <a:buNone/>
            </a:pPr>
            <a:r>
              <a:rPr lang="en-US" sz="11250" b="1" spc="-45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карт</a:t>
            </a:r>
            <a:endParaRPr lang="en-US" sz="11250" dirty="0"/>
          </a:p>
        </p:txBody>
      </p:sp>
      <p:sp>
        <p:nvSpPr>
          <p:cNvPr id="8" name="Text 6"/>
          <p:cNvSpPr/>
          <p:nvPr/>
        </p:nvSpPr>
        <p:spPr>
          <a:xfrm>
            <a:off x="7048407" y="5698443"/>
            <a:ext cx="3531870" cy="67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библиотеке Who Are You Today.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06226" y="4136399"/>
            <a:ext cx="4316826" cy="1352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250" b="1" spc="-450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ct val="92000"/>
              </a:lnSpc>
              <a:buNone/>
            </a:pPr>
            <a:r>
              <a:rPr lang="en-US" sz="11250" b="1" spc="-450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зоны</a:t>
            </a:r>
            <a:endParaRPr lang="en-US" sz="11250" dirty="0"/>
          </a:p>
        </p:txBody>
      </p:sp>
      <p:sp>
        <p:nvSpPr>
          <p:cNvPr id="10" name="Text 8"/>
          <p:cNvSpPr/>
          <p:nvPr/>
        </p:nvSpPr>
        <p:spPr>
          <a:xfrm>
            <a:off x="12306226" y="5698443"/>
            <a:ext cx="3531870" cy="67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кризисной поддержки остаются.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2" name="Text 10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6807997" y="9619134"/>
            <a:ext cx="298977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226" y="990544"/>
            <a:ext cx="16246755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 / СТАЛО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57226" y="1520372"/>
            <a:ext cx="11772900" cy="63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8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Покажи </a:t>
            </a:r>
            <a:r>
              <a:rPr lang="en-US" sz="4350" b="1" spc="-8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сдвиг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257226" y="2650350"/>
            <a:ext cx="7696274" cy="6646106"/>
          </a:xfrm>
          <a:prstGeom prst="roundRect">
            <a:avLst>
              <a:gd name="adj" fmla="val 4013"/>
            </a:avLst>
          </a:prstGeom>
          <a:solidFill>
            <a:srgbClr val="F5F1ED"/>
          </a:solidFill>
          <a:ln/>
        </p:spPr>
      </p:sp>
      <p:sp>
        <p:nvSpPr>
          <p:cNvPr id="5" name="Text 3"/>
          <p:cNvSpPr/>
          <p:nvPr/>
        </p:nvSpPr>
        <p:spPr>
          <a:xfrm>
            <a:off x="1790588" y="3183713"/>
            <a:ext cx="6828435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790588" y="3623035"/>
            <a:ext cx="6828435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5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Старый путь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630568" y="4349316"/>
            <a:ext cx="6865769" cy="2038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Чек-ин целиком — тяжело.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Слишком много шагов сразу.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 интегрировать.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334500" y="2650350"/>
            <a:ext cx="7696274" cy="6646106"/>
          </a:xfrm>
          <a:prstGeom prst="roundRect">
            <a:avLst>
              <a:gd name="adj" fmla="val 4013"/>
            </a:avLst>
          </a:prstGeom>
          <a:solidFill>
            <a:srgbClr val="FFE6EC"/>
          </a:solidFill>
          <a:ln/>
        </p:spPr>
      </p:sp>
      <p:sp>
        <p:nvSpPr>
          <p:cNvPr id="9" name="Text 7"/>
          <p:cNvSpPr/>
          <p:nvPr/>
        </p:nvSpPr>
        <p:spPr>
          <a:xfrm>
            <a:off x="9867863" y="3183713"/>
            <a:ext cx="6828435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9867863" y="3623035"/>
            <a:ext cx="6828435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57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путь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707843" y="4349316"/>
            <a:ext cx="6865769" cy="2038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— пять простых экранов.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флаг управляет фазой.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вернём позже.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3" name="Text 11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6820741" y="9619134"/>
            <a:ext cx="286234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9250" y="5048250"/>
            <a:ext cx="6667500" cy="666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57226" y="2839176"/>
            <a:ext cx="1598247" cy="282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</a:t>
            </a:r>
            <a:endParaRPr lang="en-US" sz="1575" dirty="0"/>
          </a:p>
        </p:txBody>
      </p:sp>
      <p:sp>
        <p:nvSpPr>
          <p:cNvPr id="4" name="Text 1"/>
          <p:cNvSpPr/>
          <p:nvPr/>
        </p:nvSpPr>
        <p:spPr>
          <a:xfrm>
            <a:off x="1257226" y="3426116"/>
            <a:ext cx="4487460" cy="1572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700" spc="-142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и </a:t>
            </a:r>
            <a:r>
              <a:rPr lang="en-US" sz="5700" b="1" spc="-142" kern="0" dirty="0">
                <a:solidFill>
                  <a:srgbClr val="F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дальше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1257226" y="5455760"/>
            <a:ext cx="7456170" cy="1009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Закрой одним, что хочешь, чтобы команда запомнила.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257226" y="6960784"/>
            <a:ext cx="1487370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57226" y="7197700"/>
            <a:ext cx="148737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#team-soula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3277939" y="6960784"/>
            <a:ext cx="1557226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77939" y="7197700"/>
            <a:ext cx="1557226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d.zaulichny@soula.care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368510" y="6960784"/>
            <a:ext cx="132682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368510" y="7197700"/>
            <a:ext cx="1326821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go/soula-checkin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257226" y="9629273"/>
            <a:ext cx="152363" cy="152363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3" name="Text 10"/>
          <p:cNvSpPr/>
          <p:nvPr/>
        </p:nvSpPr>
        <p:spPr>
          <a:xfrm>
            <a:off x="1523814" y="9619134"/>
            <a:ext cx="66016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SOULA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16842228" y="9619134"/>
            <a:ext cx="264747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A8A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2026-06-01T10:27:09Z</dcterms:created>
  <dcterms:modified xsi:type="dcterms:W3CDTF">2026-06-01T10:27:09Z</dcterms:modified>
</cp:coreProperties>
</file>