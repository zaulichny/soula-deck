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 · INTERNAL DECK KIT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01304"/>
            <a:ext cx="1624675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layouts.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language.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57226" y="2231213"/>
            <a:ext cx="9614535" cy="1981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any slide, swap the copy, keep the rules: one weight-accent per headline, one primary idea per slide, the orb is the only decoration. This guide slide is for the team — delete it before you present.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257226" y="4555536"/>
            <a:ext cx="4902212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57226" y="4721014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9133" y="4685295"/>
            <a:ext cx="426451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9133" y="4997183"/>
            <a:ext cx="4264515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Topic, presenter, date.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6692801" y="4555536"/>
            <a:ext cx="4902305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92801" y="4721014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4708" y="4685295"/>
            <a:ext cx="426461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54708" y="4997183"/>
            <a:ext cx="4264610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gradient.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2128469" y="4555536"/>
            <a:ext cx="4902305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128469" y="4721014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90376" y="4685295"/>
            <a:ext cx="426461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body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90376" y="4997183"/>
            <a:ext cx="4264610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+ supporting prose.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257226" y="5431482"/>
            <a:ext cx="4902212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57226" y="5596961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9133" y="5561242"/>
            <a:ext cx="426451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19133" y="5873130"/>
            <a:ext cx="4264515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points, side by side.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6692801" y="5431482"/>
            <a:ext cx="4902305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92801" y="5596961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4708" y="5561242"/>
            <a:ext cx="426461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4708" y="5873130"/>
            <a:ext cx="4264610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points with sub-copy.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2128469" y="5431482"/>
            <a:ext cx="4902305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128469" y="5596961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90376" y="5561242"/>
            <a:ext cx="426461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metric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90376" y="5873130"/>
            <a:ext cx="4264610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numbers carry the slide.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257226" y="6307429"/>
            <a:ext cx="4902212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57226" y="6472907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019133" y="6437188"/>
            <a:ext cx="426451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019133" y="6749076"/>
            <a:ext cx="4264515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after, two panels.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6692801" y="6307429"/>
            <a:ext cx="4902305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692801" y="6472907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54708" y="6437188"/>
            <a:ext cx="426461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54708" y="6749076"/>
            <a:ext cx="4264610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 across a track.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2128469" y="6307429"/>
            <a:ext cx="4902305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2128469" y="6472907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890376" y="6437188"/>
            <a:ext cx="426461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bullets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890376" y="6749076"/>
            <a:ext cx="4264610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with a clean bullet list.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1257226" y="7183375"/>
            <a:ext cx="4902212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257226" y="7348854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019133" y="7313135"/>
            <a:ext cx="426451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019133" y="7625023"/>
            <a:ext cx="4264515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+ interface · 3 variants.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6692801" y="7183375"/>
            <a:ext cx="4902305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692801" y="7348854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454708" y="7313135"/>
            <a:ext cx="426461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454708" y="7625023"/>
            <a:ext cx="4264610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+ contacts.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12128469" y="7183375"/>
            <a:ext cx="4902305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2128469" y="7348854"/>
            <a:ext cx="590494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2890376" y="7313135"/>
            <a:ext cx="426461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yours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890376" y="7625023"/>
            <a:ext cx="4264610" cy="2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Tight · hot-pink accent.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54" name="Text 52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15548725" y="9619134"/>
            <a:ext cx="1558249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GUIDE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0" y="1809750"/>
            <a:ext cx="6667500" cy="666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7226" y="2663837"/>
            <a:ext cx="1157668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SYNC · MAY 2026</a:t>
            </a:r>
            <a:endParaRPr lang="en-US" sz="1575" dirty="0"/>
          </a:p>
        </p:txBody>
      </p:sp>
      <p:sp>
        <p:nvSpPr>
          <p:cNvPr id="4" name="Text 1"/>
          <p:cNvSpPr/>
          <p:nvPr/>
        </p:nvSpPr>
        <p:spPr>
          <a:xfrm>
            <a:off x="1257226" y="3269847"/>
            <a:ext cx="11576685" cy="1942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350" spc="-184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presentation title, </a:t>
            </a:r>
            <a:pPr algn="l" indent="0" marL="0">
              <a:lnSpc>
                <a:spcPct val="102000"/>
              </a:lnSpc>
              <a:buNone/>
            </a:pPr>
            <a:r>
              <a:rPr lang="en-US" sz="7350" b="1" spc="-184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 </a:t>
            </a:r>
            <a:pPr algn="l" indent="0" marL="0">
              <a:lnSpc>
                <a:spcPct val="102000"/>
              </a:lnSpc>
              <a:buNone/>
            </a:pPr>
            <a:r>
              <a:rPr lang="en-US" sz="7350" spc="-184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clear.</a:t>
            </a:r>
            <a:endParaRPr lang="en-US" sz="7350" dirty="0"/>
          </a:p>
        </p:txBody>
      </p:sp>
      <p:sp>
        <p:nvSpPr>
          <p:cNvPr id="5" name="Text 2"/>
          <p:cNvSpPr/>
          <p:nvPr/>
        </p:nvSpPr>
        <p:spPr>
          <a:xfrm>
            <a:off x="1257226" y="5554917"/>
            <a:ext cx="8633460" cy="1009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frame for what this deck is about — keep it to a single calm sentence the room can hold onto.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257226" y="7136123"/>
            <a:ext cx="1092882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57226" y="7373038"/>
            <a:ext cx="1092882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959633" y="7136123"/>
            <a:ext cx="1462999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59633" y="7373038"/>
            <a:ext cx="1462999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Soula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032158" y="7136123"/>
            <a:ext cx="1298637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32158" y="7373038"/>
            <a:ext cx="129863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May 2026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3" name="Text 1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6840088" y="9619134"/>
            <a:ext cx="266886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044" y="990544"/>
            <a:ext cx="16325222" cy="2019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500" b="1" spc="-780" kern="0" dirty="0">
                <a:solidFill>
                  <a:srgbClr val="FFFFFF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4" name="Text 1"/>
          <p:cNvSpPr/>
          <p:nvPr/>
        </p:nvSpPr>
        <p:spPr>
          <a:xfrm>
            <a:off x="1257226" y="7298996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1257226" y="7790687"/>
            <a:ext cx="12557760" cy="85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150" spc="-123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are, </a:t>
            </a:r>
            <a:pPr algn="l" indent="0" marL="0">
              <a:lnSpc>
                <a:spcPct val="105000"/>
              </a:lnSpc>
              <a:buNone/>
            </a:pPr>
            <a:r>
              <a:rPr lang="en-US" sz="6150" b="1" spc="-123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plainly</a:t>
            </a:r>
            <a:pPr algn="l" indent="0" marL="0">
              <a:lnSpc>
                <a:spcPct val="105000"/>
              </a:lnSpc>
              <a:buNone/>
            </a:pPr>
            <a:r>
              <a:rPr lang="en-US" sz="6150" spc="-123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1257226" y="8896480"/>
            <a:ext cx="745617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framing sentence for the chapter that follows.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8" name="Text 5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6811532" y="9619134"/>
            <a:ext cx="295442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157668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headline that states the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of this slide.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57226" y="2612213"/>
            <a:ext cx="8186324" cy="1981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paragraph. Open with the takeaway, then give it room to breathe — two or three sentences at most. The reader should get the point before they finish the first line.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119475" y="2612213"/>
            <a:ext cx="711854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column. Use this for the secondary detail, the caveat, or the "why it matters" — the part people read if they want more, and skip if they don't.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119475" y="3983757"/>
            <a:ext cx="711854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paragraphs short. White space is part of the brand.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8" name="Text 6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807253" y="9619134"/>
            <a:ext cx="299721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236154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points that sit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57226" y="2726531"/>
            <a:ext cx="749554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226" y="3186038"/>
            <a:ext cx="7495547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38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column heading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57226" y="3750376"/>
            <a:ext cx="7495547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parallel structure across both columns — same shape of sentence, same length. The contrast does the work. Good for option A vs option B, or now vs next.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2726531"/>
            <a:ext cx="9525" cy="65699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759497" y="2726531"/>
            <a:ext cx="7489415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59497" y="3186038"/>
            <a:ext cx="7489415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38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column heading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9497" y="3750376"/>
            <a:ext cx="7489415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two columns mirror each other, the slide reads in a glance. Resist the urge to add a third column — split into another slide instead.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6805300" y="9619134"/>
            <a:ext cx="30167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1772900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list, each line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place.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57226" y="2650350"/>
            <a:ext cx="15773549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57226" y="3057488"/>
            <a:ext cx="87624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00133" y="2980097"/>
            <a:ext cx="1506956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24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point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00133" y="3425372"/>
            <a:ext cx="15069561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supporting copy — what it is and why it's here.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1257226" y="4077705"/>
            <a:ext cx="15773549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57226" y="4484843"/>
            <a:ext cx="87624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00133" y="4407452"/>
            <a:ext cx="1506956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24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point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00133" y="4852727"/>
            <a:ext cx="15069561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each item to a heading plus one calm sentence.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257226" y="5505059"/>
            <a:ext cx="15773549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57226" y="5912197"/>
            <a:ext cx="87624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00133" y="5834807"/>
            <a:ext cx="1506956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24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point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00133" y="6280082"/>
            <a:ext cx="15069561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 five items is the sweet spot — past that, split the slide.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257226" y="8359769"/>
            <a:ext cx="15773549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57226" y="6932414"/>
            <a:ext cx="15773549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57226" y="7339552"/>
            <a:ext cx="87624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00133" y="7262161"/>
            <a:ext cx="1506956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24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point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400133" y="7707437"/>
            <a:ext cx="15069561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hair-lines give rhythm; the pink numbers give the eye an anchor.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22" name="Text 2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6810137" y="9619134"/>
            <a:ext cx="296838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079182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figures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57226" y="2402737"/>
            <a:ext cx="8044815" cy="1009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framing line above, then three numbers big enough to read from the back of the room.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57226" y="4136399"/>
            <a:ext cx="4866189" cy="135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57226" y="5698443"/>
            <a:ext cx="3531870" cy="67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label describing what this number measures.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407" y="4136399"/>
            <a:ext cx="4316826" cy="135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7048407" y="5698443"/>
            <a:ext cx="3531870" cy="67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labels to a single line where you can.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06226" y="4136399"/>
            <a:ext cx="4316826" cy="135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12306226" y="5698443"/>
            <a:ext cx="3531870" cy="67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 pink, value in ink — that's the pattern.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6807997" y="9619134"/>
            <a:ext cx="29897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1772900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the destination.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57226" y="2650350"/>
            <a:ext cx="7696274" cy="6646106"/>
          </a:xfrm>
          <a:prstGeom prst="roundRect">
            <a:avLst>
              <a:gd name="adj" fmla="val 4013"/>
            </a:avLst>
          </a:prstGeom>
          <a:solidFill>
            <a:srgbClr val="F5F1ED"/>
          </a:solidFill>
          <a:ln/>
        </p:spPr>
      </p:sp>
      <p:sp>
        <p:nvSpPr>
          <p:cNvPr id="5" name="Text 3"/>
          <p:cNvSpPr/>
          <p:nvPr/>
        </p:nvSpPr>
        <p:spPr>
          <a:xfrm>
            <a:off x="1790588" y="3183713"/>
            <a:ext cx="682843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790588" y="3623035"/>
            <a:ext cx="682843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5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630568" y="4349316"/>
            <a:ext cx="6865769" cy="203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friction in the reader's words.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cost — time, clarity, effort.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factual, not a strawman.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334500" y="2650350"/>
            <a:ext cx="7696274" cy="6646106"/>
          </a:xfrm>
          <a:prstGeom prst="roundRect">
            <a:avLst>
              <a:gd name="adj" fmla="val 4013"/>
            </a:avLst>
          </a:prstGeom>
          <a:solidFill>
            <a:srgbClr val="FFE6EC"/>
          </a:solidFill>
          <a:ln/>
        </p:spPr>
      </p:sp>
      <p:sp>
        <p:nvSpPr>
          <p:cNvPr id="9" name="Text 7"/>
          <p:cNvSpPr/>
          <p:nvPr/>
        </p:nvSpPr>
        <p:spPr>
          <a:xfrm>
            <a:off x="9867863" y="3183713"/>
            <a:ext cx="682843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867863" y="3623035"/>
            <a:ext cx="682843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5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way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707843" y="4349316"/>
            <a:ext cx="6865769" cy="203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each line from the left panel.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gain in the same dimension.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on the outcome that matters most.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3" name="Text 11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6820741" y="9619134"/>
            <a:ext cx="286234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1772900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phases,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57226" y="2878987"/>
            <a:ext cx="264263" cy="264263"/>
          </a:xfrm>
          <a:prstGeom prst="ellipse">
            <a:avLst/>
          </a:prstGeom>
          <a:solidFill>
            <a:srgbClr val="FF2E6E"/>
          </a:solidFill>
          <a:ln w="17859">
            <a:solidFill>
              <a:srgbClr val="FF2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226" y="3524250"/>
            <a:ext cx="3630073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Q2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257226" y="3830185"/>
            <a:ext cx="3630073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one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57226" y="4333782"/>
            <a:ext cx="3630073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 this quarter — the work in flight right now.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200613" y="2878987"/>
            <a:ext cx="264263" cy="264263"/>
          </a:xfrm>
          <a:prstGeom prst="ellipse">
            <a:avLst/>
          </a:prstGeom>
          <a:solidFill>
            <a:srgbClr val="FAF7F3"/>
          </a:solidFill>
          <a:ln w="17859">
            <a:solidFill>
              <a:srgbClr val="A8A2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0613" y="3524250"/>
            <a:ext cx="3630073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· Q3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200613" y="3830185"/>
            <a:ext cx="3630073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two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200613" y="4333782"/>
            <a:ext cx="3630073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milestone and what unlocks it.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0" y="2878987"/>
            <a:ext cx="264263" cy="264263"/>
          </a:xfrm>
          <a:prstGeom prst="ellipse">
            <a:avLst/>
          </a:prstGeom>
          <a:solidFill>
            <a:srgbClr val="FAF7F3"/>
          </a:solidFill>
          <a:ln w="17859">
            <a:solidFill>
              <a:srgbClr val="A8A2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3524250"/>
            <a:ext cx="3630073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· Q4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144000" y="3830185"/>
            <a:ext cx="3630073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three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0" y="4333782"/>
            <a:ext cx="3630073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heading once the foundation lands.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087387" y="2878987"/>
            <a:ext cx="264263" cy="264263"/>
          </a:xfrm>
          <a:prstGeom prst="ellipse">
            <a:avLst/>
          </a:prstGeom>
          <a:solidFill>
            <a:srgbClr val="FAF7F3"/>
          </a:solidFill>
          <a:ln w="17859">
            <a:solidFill>
              <a:srgbClr val="A8A2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87387" y="3524250"/>
            <a:ext cx="3630073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· 2027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087387" y="3830185"/>
            <a:ext cx="3630073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four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087387" y="4333782"/>
            <a:ext cx="3630073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longer arc — direction, not a dated promise.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21" name="Text 19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807904" y="9619134"/>
            <a:ext cx="299070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157668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title, with the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matter.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57226" y="5063784"/>
            <a:ext cx="451294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left for the frame; let the bullets on the right carry the substance.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039541" y="3624058"/>
            <a:ext cx="8230970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bullet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039541" y="4032405"/>
            <a:ext cx="8230970" cy="35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supporting line — keep it to a single calm sentence.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563384" y="4556187"/>
            <a:ext cx="846739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039541" y="4771616"/>
            <a:ext cx="8230970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bullet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039541" y="5179963"/>
            <a:ext cx="8230970" cy="35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point earns its place; cut anything that doesn't.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563384" y="5703745"/>
            <a:ext cx="846739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039541" y="5919174"/>
            <a:ext cx="8230970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bullet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039541" y="6327521"/>
            <a:ext cx="8230970" cy="35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 five bullets is the ceiling for one slide.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63384" y="6851303"/>
            <a:ext cx="846739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039541" y="7066731"/>
            <a:ext cx="8230970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bullet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039541" y="7475079"/>
            <a:ext cx="8230970" cy="35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pink dot is the only ornament you need.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7" name="Text 15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807997" y="9619134"/>
            <a:ext cx="29897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77980" y="1733569"/>
            <a:ext cx="3409838" cy="6819863"/>
          </a:xfrm>
          <a:prstGeom prst="roundRect">
            <a:avLst>
              <a:gd name="adj" fmla="val 13408"/>
            </a:avLst>
          </a:prstGeom>
          <a:solidFill>
            <a:srgbClr val="111418"/>
          </a:solidFill>
          <a:ln/>
          <a:effectLst>
            <a:outerShdw sx="100000" sy="100000" kx="0" ky="0" algn="bl" rotWithShape="0" blurRad="666750" dist="381000" dir="5400000">
              <a:srgbClr val="1E0C08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401787" y="1857375"/>
            <a:ext cx="3162226" cy="6572250"/>
          </a:xfrm>
          <a:prstGeom prst="roundRect">
            <a:avLst>
              <a:gd name="adj" fmla="val 1084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4508603" y="2000250"/>
            <a:ext cx="948593" cy="247613"/>
          </a:xfrm>
          <a:prstGeom prst="roundRect">
            <a:avLst>
              <a:gd name="adj" fmla="val 50000"/>
            </a:avLst>
          </a:prstGeom>
          <a:solidFill>
            <a:srgbClr val="0B0D10"/>
          </a:solidFill>
          <a:ln/>
        </p:spPr>
      </p:sp>
      <p:sp>
        <p:nvSpPr>
          <p:cNvPr id="5" name="Text 3"/>
          <p:cNvSpPr/>
          <p:nvPr/>
        </p:nvSpPr>
        <p:spPr>
          <a:xfrm>
            <a:off x="13354353" y="1857375"/>
            <a:ext cx="3257092" cy="661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SCREEN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226" y="990544"/>
            <a:ext cx="961453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257226" y="1501304"/>
            <a:ext cx="961453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from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held.</a:t>
            </a:r>
            <a:endParaRPr lang="en-US" sz="4350" dirty="0"/>
          </a:p>
        </p:txBody>
      </p:sp>
      <p:sp>
        <p:nvSpPr>
          <p:cNvPr id="8" name="Shape 6"/>
          <p:cNvSpPr/>
          <p:nvPr/>
        </p:nvSpPr>
        <p:spPr>
          <a:xfrm>
            <a:off x="1257226" y="2631281"/>
            <a:ext cx="933450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57226" y="2962238"/>
            <a:ext cx="685744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133451" y="2884847"/>
            <a:ext cx="8712023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133451" y="3293194"/>
            <a:ext cx="8712023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how today feels — two taps, no sentence required.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57226" y="3840789"/>
            <a:ext cx="933450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57226" y="4171745"/>
            <a:ext cx="685744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133451" y="4094355"/>
            <a:ext cx="8712023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with Soula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133451" y="4502702"/>
            <a:ext cx="8712023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that meets the state you just named.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257226" y="6259804"/>
            <a:ext cx="933450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57226" y="5050296"/>
            <a:ext cx="933450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57226" y="5381253"/>
            <a:ext cx="685744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133451" y="5303862"/>
            <a:ext cx="8712023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your practice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2133451" y="5712209"/>
            <a:ext cx="8712023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program and picks for right now, tuned to you.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22" name="Text 2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6840088" y="9619134"/>
            <a:ext cx="266886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0181" y="1733569"/>
            <a:ext cx="3409838" cy="6819863"/>
          </a:xfrm>
          <a:prstGeom prst="roundRect">
            <a:avLst>
              <a:gd name="adj" fmla="val 13408"/>
            </a:avLst>
          </a:prstGeom>
          <a:solidFill>
            <a:srgbClr val="111418"/>
          </a:solidFill>
          <a:ln/>
          <a:effectLst>
            <a:outerShdw sx="100000" sy="100000" kx="0" ky="0" algn="bl" rotWithShape="0" blurRad="666750" dist="381000" dir="5400000">
              <a:srgbClr val="1E0C08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723988" y="1857375"/>
            <a:ext cx="3162226" cy="6572250"/>
          </a:xfrm>
          <a:prstGeom prst="roundRect">
            <a:avLst>
              <a:gd name="adj" fmla="val 1084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830804" y="2000250"/>
            <a:ext cx="948593" cy="247613"/>
          </a:xfrm>
          <a:prstGeom prst="roundRect">
            <a:avLst>
              <a:gd name="adj" fmla="val 50000"/>
            </a:avLst>
          </a:prstGeom>
          <a:solidFill>
            <a:srgbClr val="0B0D10"/>
          </a:solidFill>
          <a:ln/>
        </p:spPr>
      </p:sp>
      <p:sp>
        <p:nvSpPr>
          <p:cNvPr id="5" name="Text 3"/>
          <p:cNvSpPr/>
          <p:nvPr/>
        </p:nvSpPr>
        <p:spPr>
          <a:xfrm>
            <a:off x="1676554" y="1857375"/>
            <a:ext cx="3257092" cy="661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SCREEN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96274" y="990544"/>
            <a:ext cx="961453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696274" y="1501304"/>
            <a:ext cx="961453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place.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8153363" y="2840757"/>
            <a:ext cx="91437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current state, at a glance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8153363" y="3231245"/>
            <a:ext cx="9143734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orb reflects how you arrive — before a word is typed.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7696274" y="3740702"/>
            <a:ext cx="933450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153363" y="3956131"/>
            <a:ext cx="91437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that adapts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8153363" y="4346618"/>
            <a:ext cx="9143734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by week, paced to where you actually are.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7696274" y="4856076"/>
            <a:ext cx="9334500" cy="95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53363" y="5071504"/>
            <a:ext cx="91437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-2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for right now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8153363" y="5461992"/>
            <a:ext cx="9143734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audio, a CBT walk, a kind word — one tap away.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7" name="Text 15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875063" y="9619134"/>
            <a:ext cx="231911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5715000" y="2125917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18611" y="685726"/>
            <a:ext cx="2050684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75" dirty="0"/>
          </a:p>
        </p:txBody>
      </p:sp>
      <p:sp>
        <p:nvSpPr>
          <p:cNvPr id="4" name="Text 1"/>
          <p:cNvSpPr/>
          <p:nvPr/>
        </p:nvSpPr>
        <p:spPr>
          <a:xfrm>
            <a:off x="6105735" y="1139279"/>
            <a:ext cx="6076437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it, and it </a:t>
            </a:r>
            <a:pPr algn="ctr" indent="0" marL="0">
              <a:lnSpc>
                <a:spcPct val="108000"/>
              </a:lnSpc>
              <a:buNone/>
            </a:pP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</a:t>
            </a:r>
            <a:pPr algn="ctr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you.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7610512" y="2438363"/>
            <a:ext cx="3066976" cy="5962613"/>
          </a:xfrm>
          <a:prstGeom prst="roundRect">
            <a:avLst>
              <a:gd name="adj" fmla="val 14907"/>
            </a:avLst>
          </a:prstGeom>
          <a:solidFill>
            <a:srgbClr val="111418"/>
          </a:solidFill>
          <a:ln/>
          <a:effectLst>
            <a:outerShdw sx="100000" sy="100000" kx="0" ky="0" algn="bl" rotWithShape="0" blurRad="666750" dist="381000" dir="5400000">
              <a:srgbClr val="1E0C08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34319" y="2562169"/>
            <a:ext cx="2819363" cy="5715000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721096" y="2705044"/>
            <a:ext cx="845809" cy="247613"/>
          </a:xfrm>
          <a:prstGeom prst="roundRect">
            <a:avLst>
              <a:gd name="adj" fmla="val 50000"/>
            </a:avLst>
          </a:prstGeom>
          <a:solidFill>
            <a:srgbClr val="0B0D10"/>
          </a:solidFill>
          <a:ln/>
        </p:spPr>
      </p:sp>
      <p:sp>
        <p:nvSpPr>
          <p:cNvPr id="8" name="Text 5"/>
          <p:cNvSpPr/>
          <p:nvPr/>
        </p:nvSpPr>
        <p:spPr>
          <a:xfrm>
            <a:off x="7692028" y="2562169"/>
            <a:ext cx="2903944" cy="575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SCREEN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83692" y="8451856"/>
            <a:ext cx="5049279" cy="246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21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ARRIVE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83692" y="8755466"/>
            <a:ext cx="504927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-19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183692" y="9110235"/>
            <a:ext cx="5049279" cy="300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state in two taps.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619266" y="8451856"/>
            <a:ext cx="5049375" cy="246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21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TALK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9266" y="8755466"/>
            <a:ext cx="504937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-19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Soula's right here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619266" y="9110235"/>
            <a:ext cx="5049375" cy="300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conversation, not a form.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12054934" y="8451856"/>
            <a:ext cx="5049375" cy="246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21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PRACTICE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054934" y="8755466"/>
            <a:ext cx="504937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-19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to you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2054934" y="9110235"/>
            <a:ext cx="5049375" cy="300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and picks for right now.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9" name="Text 16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16846507" y="9619134"/>
            <a:ext cx="260468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0" y="5048250"/>
            <a:ext cx="6667500" cy="666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7226" y="2839176"/>
            <a:ext cx="1598247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75" dirty="0"/>
          </a:p>
        </p:txBody>
      </p:sp>
      <p:sp>
        <p:nvSpPr>
          <p:cNvPr id="4" name="Text 1"/>
          <p:cNvSpPr/>
          <p:nvPr/>
        </p:nvSpPr>
        <p:spPr>
          <a:xfrm>
            <a:off x="1257226" y="3426116"/>
            <a:ext cx="4487460" cy="1572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700" spc="-14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</a:t>
            </a:r>
            <a:pPr algn="l" indent="0" marL="0">
              <a:lnSpc>
                <a:spcPct val="106000"/>
              </a:lnSpc>
              <a:buNone/>
            </a:pPr>
            <a:r>
              <a:rPr lang="en-US" sz="5700" b="1" spc="-142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pPr algn="l" indent="0" marL="0">
              <a:lnSpc>
                <a:spcPct val="106000"/>
              </a:lnSpc>
              <a:buNone/>
            </a:pPr>
            <a:r>
              <a:rPr lang="en-US" sz="5700" spc="-14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257226" y="5455760"/>
            <a:ext cx="7456170" cy="1009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with the one thing you want the room to do or remember.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257226" y="6960784"/>
            <a:ext cx="1487370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57226" y="7197700"/>
            <a:ext cx="148737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#team-channel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277939" y="6960784"/>
            <a:ext cx="1557226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77939" y="7197700"/>
            <a:ext cx="1557226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you@soula.care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368510" y="6960784"/>
            <a:ext cx="132682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68510" y="7197700"/>
            <a:ext cx="1326821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go/your-deck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3" name="Text 1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6842228" y="9619134"/>
            <a:ext cx="26474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2026-06-01T10:27:09Z</dcterms:created>
  <dcterms:modified xsi:type="dcterms:W3CDTF">2026-06-01T10:27:09Z</dcterms:modified>
</cp:coreProperties>
</file>